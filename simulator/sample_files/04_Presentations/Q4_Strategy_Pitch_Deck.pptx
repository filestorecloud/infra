
<file path=[Content_Types].xml><?xml version="1.0" encoding="utf-8"?>
<Types xmlns="http://schemas.openxmlformats.org/package/2006/content-types">
  <Default Extension="xml" ContentType="application/xml"/>
  <Override PartName="/ppt/presentation.xml" ContentType="application/vnd.openxmlformats-officedocument.presentationml.presentation.main+xml"/>
</Types>
</file>

<file path=ppt/presentation.xml><?xml version="1.0" encoding="utf-8"?>
<p:presentation xmlns:p="http://schemas.openxmlformats.org/presentationml/2006/main">
  <p:sldMasterIdLst/>
  <p:sldIdLst/>
  <p:sldSz cx="9144000" cy="6858000"/>
</p:presentation>
</file>